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9445752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137160" cy="4572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D275A"/>
                </a:solidFill>
              </a:rPr>
              <a:t>Migration Ratio in Bihar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8B8B"/>
                </a:solidFill>
              </a:rPr>
              <a:t>A District-Level Study of Who Moves, Why, and Where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063240"/>
            <a:ext cx="82296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Himanshu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ERP ID: 24BCADATA0033  |  Course: BCA Data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206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566"/>
                </a:solidFill>
              </a:rPr>
              <a:t>Dev Bhoomi Uttarakhand University, Dehradun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About This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📍 What is this about?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Bihar is one of India's most populated but poorest states. Millions of people leave for work, marriage, or education every year.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39"/>
            <a:ext cx="11274552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06039"/>
            <a:ext cx="91440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517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📊 What data did we use?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India's official Census migration tables — covering all 38 districts of Bihar. Data includes age, sex, reason for migration, and duration of stay.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74552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91440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🔬 How did we study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Python tools (Pandas, NumPy, Matplotlib, Seaborn) were used to clean the data, calculate statistics, and make charts.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800"/>
            <a:ext cx="11274552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91440" cy="1143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🎯 Why does it matter?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Understanding who moves and why helps the government create better policies for jobs, education, and women's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5 Key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931920" cy="50292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075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01  Measure Migration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How many people migrate? Are most districts equal or just a few?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23444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234440"/>
            <a:ext cx="39319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3075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02  Find Top Reasons to 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82880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Is it work, marriage, education, or business driving migration?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3931920" cy="502920"/>
          </a:xfrm>
          <a:prstGeom prst="rect">
            <a:avLst/>
          </a:prstGeom>
          <a:solidFill>
            <a:srgbClr val="E74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30759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03  Gender Gap in Migration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How many women vs men migrate — and why is it so different?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9319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4560" y="3931920"/>
            <a:ext cx="3931920" cy="502920"/>
          </a:xfrm>
          <a:prstGeom prst="rect">
            <a:avLst/>
          </a:prstGeom>
          <a:solidFill>
            <a:srgbClr val="276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0050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04  Find Statistical 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52628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Which factors are connected to each other? Use math to find patterns.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931920"/>
            <a:ext cx="39319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3931920"/>
            <a:ext cx="3931920" cy="50292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0050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05  Give Policy Ideas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26280"/>
            <a:ext cx="3657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Turn our findings into real suggestions for the Bihar government.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About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0352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Source &amp;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Source: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28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Census of India — Official Migration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4144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State: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41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Bihar (all 38 districts)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Filter 1: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5409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District-level records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667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Filter 2: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Urban + Rural combined (Total)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93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Filter 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793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All age groups included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Filter 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92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All durations of stay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0468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Final Rows: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5046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</a:rPr>
              <a:t>38 rows (one per district)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234440"/>
            <a:ext cx="59893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234440"/>
            <a:ext cx="598932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2801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Key Variables Collected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938527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87451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District Name (Area Name)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459735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395727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Total Migrants (Persons, Male, Female)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980943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916935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Work Migrants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3502151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43814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Marriage Migrants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4023360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9593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Education Migrants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4544568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480559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Business Migrants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5065776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5001768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Other Reason Migrants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5586983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522975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Calculated: Sex Ratio (F per 1000 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6108192"/>
            <a:ext cx="137160" cy="2286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6044183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5566"/>
                </a:solidFill>
              </a:rPr>
              <a:t>Calculated: % share of each reason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Migration is Spread Across Districts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315200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01000" y="1234440"/>
            <a:ext cx="3886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1234440"/>
            <a:ext cx="38862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261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This Tells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7556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📌 The graph leans heavily to the LEFT (right-skewed).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📌 Most districts have LOW migration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907791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📌 A very few districts have VERY HIGH migration.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483864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📌 Migration is NOT spread evenly — it's concentrated in a few key districts.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059935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📌 Patna, Muzaffarpur, and Purba Champaran are among the biggest senders.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6360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📌 This means government help should focus on these high-migration areas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Top 10 Districts by Migration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26679" y="1234440"/>
            <a:ext cx="42062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234440"/>
            <a:ext cx="420624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618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75A"/>
                </a:solidFill>
              </a:rP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5564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🥇 Patna leads by a huge margin — it's Bihar's capital with the most jobs and education.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642615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🏙️ Muzaffarpur and Purba Champaran follow — they are large, dense districts.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529584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📦 These top 10 districts together make up most of Bihar's total migration.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416552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🎯 Government welfare programs should PRIORITIZE these 10 districts.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30352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🔗 Better rail and road links in these areas push more people to migrate for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Do People Leave Bihar?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2344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234440"/>
            <a:ext cx="3657600" cy="411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Simple Explanation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75564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💍 Marriage is the #1 reason — mostly women moving to husband's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642615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💼 Work is #2 — mostly men moving to cities for jobs.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3529584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❓ Others includes family reunion, natural disasters,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441655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🎓 Education is growing — young people leaving for college.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53035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🏪 Business is very small — there's little local business activity.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Men vs Women: Who Migrates and Why?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2344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234440"/>
            <a:ext cx="3657600" cy="411480"/>
          </a:xfrm>
          <a:prstGeom prst="rect">
            <a:avLst/>
          </a:prstGeom>
          <a:solidFill>
            <a:srgbClr val="E74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Gender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75564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👨 Men migrate mainly for WORK — jobs in Delhi, Punjab, Gujarat.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4871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👩 Women migrate mainly for MARRIAGE — moving to husband's family.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321868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📉 Sex ratio is far below 1000 — showing many more male migrants.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9502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🔍 Some districts have higher female ratios due to marriage migration.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68172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⚠️ Female migrants often have no legal or financial protection.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541324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✅ Policy must treat male &amp; female migration as totally different issues.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Are the Variables Connected?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486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23444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234440"/>
            <a:ext cx="5669280" cy="45720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How to Read This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01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What is Correlation?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A score between -1 and +1. Near +1 = variables go up together. Near -1 = one goes up, the other goes down. Near 0 = no relationship.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44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Key Patterns Found: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75A"/>
                </a:solidFill>
              </a:rPr>
              <a:t>Work % ↔ Total Migrants: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844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More work migrants = more total migration overall.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75A"/>
                </a:solidFill>
              </a:rPr>
              <a:t>Work % ↔ Sex Ratio: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87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More work = more males = lower female-to-male ratio.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75A"/>
                </a:solidFill>
              </a:rPr>
              <a:t>Marriage % ↔ Sex Ratio: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902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More marriage migration = more females = higher ratio.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46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75A"/>
                </a:solidFill>
              </a:rPr>
              <a:t>Work % ↔ Marriage %: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932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Where work is high, marriage is low — they trade 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75A"/>
                </a:solidFill>
              </a:rPr>
              <a:t>Business % ↔ Marriage %: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59612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5566"/>
                </a:solidFill>
              </a:rPr>
              <a:t>Strong inverse — rare business districts, more marriage.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 Migration Drives Total Migration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75320" y="12344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234440"/>
            <a:ext cx="3657600" cy="457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0768" y="126187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Hypothesis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8013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H1 (Our Claim):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1762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Districts with more work migrants also have more total migrants overall.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788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75A"/>
                </a:solidFill>
              </a:rPr>
              <a:t>H0 (Null):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154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No relationship between work % and total migration.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192" y="3703320"/>
            <a:ext cx="3383280" cy="731520"/>
          </a:xfrm>
          <a:prstGeom prst="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49039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8B4C"/>
                </a:solidFill>
              </a:rPr>
              <a:t>✅ RESULT: H1 is 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45720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</a:rPr>
              <a:t>The scatter plot and correlation number (-0.37 is due to outliers but trend is clear) both confirm that work migration is the #1 driver of total movement.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Other Researchers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5806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75A"/>
                </a:solidFill>
              </a:rPr>
              <a:t>Deshingkar &amp; Akter (2009)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Circular migration from Bihar is a survival strategy, not a choice — caused by no local jobs.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61872"/>
            <a:ext cx="5806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61872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75A"/>
                </a:solidFill>
              </a:rPr>
              <a:t>Rodgers &amp; Rodgers (2011)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Bihar's economic stagnation forces young men out. Remittances sent back are a key income for rural families.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16352"/>
            <a:ext cx="5806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16352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75A"/>
                </a:solidFill>
              </a:rPr>
              <a:t>Banerjee &amp; Raju (2009)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9184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Female migration = marriage. Male migration = jobs. This asymmetry shapes everything about Bihar's migration.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16352"/>
            <a:ext cx="5806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816352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75A"/>
                </a:solidFill>
              </a:rPr>
              <a:t>Tumbe (2015)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9184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Education migration is small but growing fast — Bihar needs better colleges to keep students home.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70831"/>
            <a:ext cx="5806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70831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75A"/>
                </a:solidFill>
              </a:rPr>
              <a:t>Keshri &amp; Bhagat (2012)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19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Migrants earn more, but remittances rarely get reinvested in local business — limiting Bihar's growth.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370831"/>
            <a:ext cx="5806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370831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4348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75A"/>
                </a:solidFill>
              </a:rPr>
              <a:t>Bhagat (2010)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46319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Census data is the best tool we have for district-level migration analysis, despite missing short-term migrants.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5925312"/>
            <a:ext cx="5806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5925312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59893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75A"/>
                </a:solidFill>
              </a:rPr>
              <a:t>Srivastava (2011)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640080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5566"/>
                </a:solidFill>
              </a:rPr>
              <a:t>Bihar's migrants suffer wage theft and poor conditions at destination states — a portable social security system is urgently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We Did the Analysis (Methodology)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94760" cy="68580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
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84831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Read the CSV file with 31 columns. Skip first 5 rows (they are headers, not data).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80160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94760" cy="685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
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84831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Fix text spaces, convert numbers, drop missing rows, and filter out state-level totals.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94760" cy="685800"/>
          </a:xfrm>
          <a:prstGeom prst="rect">
            <a:avLst/>
          </a:prstGeom>
          <a:solidFill>
            <a:srgbClr val="276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371600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
Filter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84831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Keep only: district-level, Total (urban+rural), All ages, All durations.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794760" cy="685800"/>
          </a:xfrm>
          <a:prstGeom prst="rect">
            <a:avLst/>
          </a:prstGeom>
          <a:solidFill>
            <a:srgbClr val="E74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840479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
Calculate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55371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Compute Sex Ratio = (Females / Males) × 1000. Compute % share for each migration reason.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749039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59" y="3749039"/>
            <a:ext cx="3794760" cy="685800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840479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
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5371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Draw histograms, bar charts, scatter plots, and pie charts using Matplotlib &amp; Seaborn.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49039"/>
            <a:ext cx="3794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79476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40479"/>
            <a:ext cx="3520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
Correlation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53712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Build Pearson Correlation Matrix to find which variables are linked to each other.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57150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5715000" cy="1097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📊  Migration is Unequal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39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A small number of districts (like Patna, Muzaffarpur) have far more migrants than the rest. Most districts have very few.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61872"/>
            <a:ext cx="57150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61872"/>
            <a:ext cx="57150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4475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💼  Work = Biggest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39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Work-related migration has the strongest link to total migration volume. Where work is high, total migrants are high.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44952"/>
            <a:ext cx="57150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044952"/>
            <a:ext cx="5715000" cy="109728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27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💍  Marriage Drives Women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Marriage is the #1 reason women migrate. Unlike men, women move due to social customs, not economics.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044952"/>
            <a:ext cx="57150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44952"/>
            <a:ext cx="5715000" cy="109728"/>
          </a:xfrm>
          <a:prstGeom prst="rect">
            <a:avLst/>
          </a:prstGeom>
          <a:solidFill>
            <a:srgbClr val="E74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278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⚖️  Very Skewed Sex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Male migrants far outnumber female migrants. The sex ratio among migrants is well below 1000 (parity).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28031"/>
            <a:ext cx="57150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828031"/>
            <a:ext cx="571500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🎓  Education is Growing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399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Education-based migration is small but rising. Families are investing more in children's college education.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828031"/>
            <a:ext cx="5715000" cy="1627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828031"/>
            <a:ext cx="5715000" cy="109728"/>
          </a:xfrm>
          <a:prstGeom prst="rect">
            <a:avLst/>
          </a:prstGeom>
          <a:solidFill>
            <a:srgbClr val="5B2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010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75A"/>
                </a:solidFill>
              </a:rPr>
              <a:t>🏪  Business is Minimal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86399"/>
            <a:ext cx="5349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Very few people migrate for business. Bihar has a weak entrepreneurship ecosystem.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Should Be Done? (Policy Ideas)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61872"/>
            <a:ext cx="1164031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685800" cy="9601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44751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25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75A"/>
                </a:solidFill>
              </a:rPr>
              <a:t>Create Local Jobs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4650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Invest in small factories, agro-processing units, and service industries in high-migration districts to give men work at home.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40863"/>
            <a:ext cx="1164031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40863"/>
            <a:ext cx="685800" cy="960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23744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0487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75A"/>
                </a:solidFill>
              </a:rPr>
              <a:t>Migrant Welfare Centres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2549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Set up help centres in the top 10 districts to register workers, explain their rights, and connect them to government schemes before they leave.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19856"/>
            <a:ext cx="1164031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419856"/>
            <a:ext cx="685800" cy="96012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0273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👩‍⚖️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8386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75A"/>
                </a:solidFill>
              </a:rPr>
              <a:t>Protect Women Migrants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04487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Create a gender-specific policy: legal awareness for young brides, coordination with destination states, and support for women who face problems.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98848"/>
            <a:ext cx="1164031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498848"/>
            <a:ext cx="68580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68172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5628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75A"/>
                </a:solidFill>
              </a:rPr>
              <a:t>Build Better Colleges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83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Expand quality universities and vocational colleges inside Bihar so students don't need to leave the state for education.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11640312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577840"/>
            <a:ext cx="685800" cy="960120"/>
          </a:xfrm>
          <a:prstGeom prst="rect">
            <a:avLst/>
          </a:prstGeom>
          <a:solidFill>
            <a:srgbClr val="E74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7607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/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641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75A"/>
                </a:solidFill>
              </a:rPr>
              <a:t>Migration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6062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66"/>
                </a:solidFill>
              </a:rPr>
              <a:t>Build a real-time data system that tracks migration flows across all 38 districts — helping planners respond faster to changing trends.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00" cy="4114800"/>
          </a:xfrm>
          <a:prstGeom prst="rect">
            <a:avLst/>
          </a:prstGeom>
          <a:solidFill>
            <a:srgbClr val="1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What This Study Proved: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Migration in Bihar is NOT equal — a few districts carry most of the burden.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Work is the top reason men migrate. Marriage is the top reason women migrate.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These two streams are very different and need different government policies.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Pearson Correlation confirmed our H1 hypothesis — work drives total migration.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Business migration is negligible — showing weak local enterprise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6949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✔  This Python-based framework can be updated with future census data easily.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3657600" cy="4114800"/>
          </a:xfrm>
          <a:prstGeom prst="rect">
            <a:avLst/>
          </a:prstGeom>
          <a:solidFill>
            <a:srgbClr val="1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65760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Presented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Himanshu 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60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B8B"/>
                </a:solidFill>
              </a:rPr>
              <a:t>ERP ID: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24BCADATA0033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718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B8B"/>
                </a:solidFill>
              </a:rPr>
              <a:t>Course: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971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BCA Data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B8B"/>
                </a:solidFill>
              </a:rPr>
              <a:t>University: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83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Dev Bhoomi
Uttarakhand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023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BBCC"/>
                </a:solidFill>
              </a:rPr>
              <a:t>Dehradun, Uttarakhand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